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A0DCF-7138-484F-B938-4F8835A0BB0B}" v="1" dt="2025-08-22T12:04:06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9" d="100"/>
          <a:sy n="209" d="100"/>
        </p:scale>
        <p:origin x="-3300" y="-2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cher, Gerd" userId="5ce45df1-94aa-432b-904f-ddc7b3fb3858" providerId="ADAL" clId="{D27A0DCF-7138-484F-B938-4F8835A0BB0B}"/>
    <pc:docChg chg="undo custSel modSld">
      <pc:chgData name="Duscher, Gerd" userId="5ce45df1-94aa-432b-904f-ddc7b3fb3858" providerId="ADAL" clId="{D27A0DCF-7138-484F-B938-4F8835A0BB0B}" dt="2025-08-22T12:04:06.183" v="2" actId="164"/>
      <pc:docMkLst>
        <pc:docMk/>
      </pc:docMkLst>
      <pc:sldChg chg="addSp modSp mod">
        <pc:chgData name="Duscher, Gerd" userId="5ce45df1-94aa-432b-904f-ddc7b3fb3858" providerId="ADAL" clId="{D27A0DCF-7138-484F-B938-4F8835A0BB0B}" dt="2025-08-22T12:04:06.183" v="2" actId="164"/>
        <pc:sldMkLst>
          <pc:docMk/>
          <pc:sldMk cId="1213206314" sldId="256"/>
        </pc:sldMkLst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4" creationId="{32A375CB-A8CA-6CE0-5788-A443E30C869F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5" creationId="{FACAF997-7F62-16E8-5E82-B9486935DEBF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10" creationId="{FB772A44-EA82-7E6A-39F6-AA6E10FD7A47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14" creationId="{89A67E99-9098-7B5F-C240-9050262B4D34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17" creationId="{B33CD3B5-F989-9A51-BA8A-0F9F68B8E477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20" creationId="{FD1E94ED-0E98-BFF3-FD8D-30D5A38CEC15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21" creationId="{0A67C729-A196-2B49-D59F-83C0A2E86D0D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24" creationId="{58E977FA-2128-AFAA-F38F-4383CE67A871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25" creationId="{A7869B73-1C39-5C3D-4C6C-3BCE6177BD46}"/>
          </ac:spMkLst>
        </pc:spChg>
        <pc:spChg chg="mod">
          <ac:chgData name="Duscher, Gerd" userId="5ce45df1-94aa-432b-904f-ddc7b3fb3858" providerId="ADAL" clId="{D27A0DCF-7138-484F-B938-4F8835A0BB0B}" dt="2025-08-22T12:04:06.183" v="2" actId="164"/>
          <ac:spMkLst>
            <pc:docMk/>
            <pc:sldMk cId="1213206314" sldId="256"/>
            <ac:spMk id="29" creationId="{37B46D78-4F98-DDBA-EAAF-DC2AA64C750A}"/>
          </ac:spMkLst>
        </pc:spChg>
        <pc:picChg chg="mod">
          <ac:chgData name="Duscher, Gerd" userId="5ce45df1-94aa-432b-904f-ddc7b3fb3858" providerId="ADAL" clId="{D27A0DCF-7138-484F-B938-4F8835A0BB0B}" dt="2025-08-22T12:03:54.379" v="1" actId="1076"/>
          <ac:picMkLst>
            <pc:docMk/>
            <pc:sldMk cId="1213206314" sldId="256"/>
            <ac:picMk id="19" creationId="{4594A11A-1750-C95A-B68F-9FD39867E7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9852-B69A-7D6D-1DF3-F08D99D63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DC20-C5BA-36FE-8604-954EE5441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3A04-336F-9EFE-94B3-53894B49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83DE3-BFA5-4374-3936-65061263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33A83-CC73-0301-697C-B8A2CF5F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6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50C2-5038-00B0-3561-1DFB3D68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D192F-41E8-18ED-4923-8E44B5CCE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513AB-B9F6-BCB0-253A-7122868D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19D57-80D3-4FD6-6D21-D6A67A15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538FE-E84E-6F50-6A64-D3A8416E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6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B009-786D-48DB-ADA9-79FA5F29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D3CB-7585-1DE3-3E99-37409E4DE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B0A1-406C-4E92-BC1E-B7C459AD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46AD3-DB25-CCEB-0059-66B95BB83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6F9CF-7255-FF70-A6E7-B45459E1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AC4E-7676-7F06-C325-22A13718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F0654-790E-90A0-C8BB-209A10C61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A81D3-DC3D-5D65-F2F3-20DB97F1D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A4AC6-B689-AFF1-BA6B-63C9A099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0A798-68CA-6A86-E1A2-A9D1F0D7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0FF9F-BBBC-2CB1-2D8D-C1808558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9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7D66-0229-6E8F-AC96-2B6F369A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A9FBA-5E4A-073E-FC39-4F0698ACB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64C54-7417-135B-68AC-019A27F14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11A03-C35C-56F4-2035-84A3660FE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C3EB4-2312-30B4-EDEA-E97F7BF09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FA4E4-4AC7-1AEC-B0A1-2A483042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76897-D4B8-68CA-A0FA-BAD23BA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CD7457-2AC9-FF69-8B84-877B8B84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0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DB8B-A360-EFDE-6D94-BC5D0308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1863B-1409-D7E1-AF0F-3AA76F0C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5049C-ACF3-6D2F-29CE-A8533CC2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CDD47-B472-C0F3-C03A-A5056AD1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6942E-EAA0-B563-173D-B64A3149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94D23-22D8-B6B0-A126-CAC65567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AEDC-D708-BDD4-E945-BEA05BDE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2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DE40-B768-A542-FC12-7E2B8BA0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7CA8-B40C-E793-54BE-E4E4AD70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88F71-FD28-0BD6-B46F-FDF51CF07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5BD29-AC45-8C8F-73A3-1E6B6B18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A98EC-D3EA-1C67-2716-C3668007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03FDE-AB67-A187-B9C4-A4B5B5D0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1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6806-FA14-C697-A50A-6E778F8B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617D7-7C55-F335-C6CF-9E9F2BAF5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9CC42-7A72-4F29-3367-C52065913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9EDE4-E813-58D5-EBEF-AA5D0ED7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20DFB-92AB-8555-F621-115F6F35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8CCB3-ABD6-6FF8-7D98-3FE94C8E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D9E7-D431-9220-C8F4-EFC70C15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85BC5-372C-BBF1-112B-85B2EFF13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E3ED-49C1-3333-CB27-CDBFB571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33E1D-0618-2318-C2E3-27078CA8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3533-5EB3-0937-FEA1-D0E46955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1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D3393-E1C1-03D9-5622-6A32E8665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5DBF6-68CE-1F82-C975-BF8476077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F3CD1-FA85-D4F1-5B66-DA838DC5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51D82-3CCB-E199-EF3C-CAB6BF6A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12E2-37ED-59F9-3BD6-60E345C0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1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F1EEC0-D4C7-50A2-03C0-C0870151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7CDFD-AA78-86EA-DBDC-6CD666B85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6D9FC-2E8E-9E0E-A50B-7DB32367D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2FEBA-BC3F-4486-BEA1-73343846475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05D6-2D2E-0404-3618-ED7885400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5503-E9C1-9DB3-02EB-43D9DED09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E167D-31BA-4B8A-BC63-A1E1208CB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6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594A11A-1750-C95A-B68F-9FD39867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40" y="-141133"/>
            <a:ext cx="7211431" cy="2876951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4CB56B-F06F-5692-0EE2-84419B5C075E}"/>
              </a:ext>
            </a:extLst>
          </p:cNvPr>
          <p:cNvSpPr/>
          <p:nvPr/>
        </p:nvSpPr>
        <p:spPr>
          <a:xfrm>
            <a:off x="1673352" y="1417320"/>
            <a:ext cx="1399032" cy="640080"/>
          </a:xfrm>
          <a:custGeom>
            <a:avLst/>
            <a:gdLst>
              <a:gd name="connsiteX0" fmla="*/ 45720 w 1399032"/>
              <a:gd name="connsiteY0" fmla="*/ 109728 h 640080"/>
              <a:gd name="connsiteX1" fmla="*/ 475488 w 1399032"/>
              <a:gd name="connsiteY1" fmla="*/ 640080 h 640080"/>
              <a:gd name="connsiteX2" fmla="*/ 1399032 w 1399032"/>
              <a:gd name="connsiteY2" fmla="*/ 630936 h 640080"/>
              <a:gd name="connsiteX3" fmla="*/ 1389888 w 1399032"/>
              <a:gd name="connsiteY3" fmla="*/ 0 h 640080"/>
              <a:gd name="connsiteX4" fmla="*/ 0 w 1399032"/>
              <a:gd name="connsiteY4" fmla="*/ 18288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9032" h="640080">
                <a:moveTo>
                  <a:pt x="45720" y="109728"/>
                </a:moveTo>
                <a:lnTo>
                  <a:pt x="475488" y="640080"/>
                </a:lnTo>
                <a:lnTo>
                  <a:pt x="1399032" y="630936"/>
                </a:lnTo>
                <a:lnTo>
                  <a:pt x="1389888" y="0"/>
                </a:lnTo>
                <a:lnTo>
                  <a:pt x="0" y="1828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08E17C-B5C1-1E39-F5C3-87C812D04634}"/>
              </a:ext>
            </a:extLst>
          </p:cNvPr>
          <p:cNvGrpSpPr/>
          <p:nvPr/>
        </p:nvGrpSpPr>
        <p:grpSpPr>
          <a:xfrm>
            <a:off x="3486448" y="3021330"/>
            <a:ext cx="3924003" cy="1518666"/>
            <a:chOff x="3486448" y="3021330"/>
            <a:chExt cx="3924003" cy="15186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A375CB-A8CA-6CE0-5788-A443E30C869F}"/>
                </a:ext>
              </a:extLst>
            </p:cNvPr>
            <p:cNvSpPr/>
            <p:nvPr/>
          </p:nvSpPr>
          <p:spPr>
            <a:xfrm>
              <a:off x="3733800" y="3752850"/>
              <a:ext cx="3676650" cy="47625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CAF997-7F62-16E8-5E82-B9486935DEBF}"/>
                </a:ext>
              </a:extLst>
            </p:cNvPr>
            <p:cNvSpPr txBox="1"/>
            <p:nvPr/>
          </p:nvSpPr>
          <p:spPr>
            <a:xfrm>
              <a:off x="3959352" y="3806309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sample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66758E1-6ED8-1816-D739-3ADE1C440F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0836" y="4229100"/>
              <a:ext cx="0" cy="3108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772A44-EA82-7E6A-39F6-AA6E10FD7A47}"/>
                </a:ext>
              </a:extLst>
            </p:cNvPr>
            <p:cNvSpPr txBox="1"/>
            <p:nvPr/>
          </p:nvSpPr>
          <p:spPr>
            <a:xfrm>
              <a:off x="3486448" y="3806309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67E99-9098-7B5F-C240-9050262B4D34}"/>
                </a:ext>
              </a:extLst>
            </p:cNvPr>
            <p:cNvSpPr txBox="1"/>
            <p:nvPr/>
          </p:nvSpPr>
          <p:spPr>
            <a:xfrm>
              <a:off x="5202936" y="3059668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  <a:r>
                <a:rPr lang="en-US" baseline="30000" dirty="0"/>
                <a:t>-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AC3CE38-5F44-5730-3D47-0CFBDFADE1A6}"/>
                </a:ext>
              </a:extLst>
            </p:cNvPr>
            <p:cNvCxnSpPr/>
            <p:nvPr/>
          </p:nvCxnSpPr>
          <p:spPr>
            <a:xfrm flipV="1">
              <a:off x="5193792" y="3300984"/>
              <a:ext cx="1426464" cy="9281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B33CD3B5-F989-9A51-BA8A-0F9F68B8E477}"/>
                </a:ext>
              </a:extLst>
            </p:cNvPr>
            <p:cNvSpPr/>
            <p:nvPr/>
          </p:nvSpPr>
          <p:spPr>
            <a:xfrm>
              <a:off x="5068235" y="3105150"/>
              <a:ext cx="148644" cy="1305187"/>
            </a:xfrm>
            <a:prstGeom prst="down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D1E94ED-0E98-BFF3-FD8D-30D5A38CEC15}"/>
                </a:ext>
              </a:extLst>
            </p:cNvPr>
            <p:cNvSpPr/>
            <p:nvPr/>
          </p:nvSpPr>
          <p:spPr>
            <a:xfrm rot="1694986">
              <a:off x="5293231" y="3935348"/>
              <a:ext cx="469660" cy="369332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67C729-A196-2B49-D59F-83C0A2E86D0D}"/>
                </a:ext>
              </a:extLst>
            </p:cNvPr>
            <p:cNvSpPr txBox="1"/>
            <p:nvPr/>
          </p:nvSpPr>
          <p:spPr>
            <a:xfrm>
              <a:off x="5456583" y="392696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E977FA-2128-AFAA-F38F-4383CE67A871}"/>
                </a:ext>
              </a:extLst>
            </p:cNvPr>
            <p:cNvSpPr/>
            <p:nvPr/>
          </p:nvSpPr>
          <p:spPr>
            <a:xfrm>
              <a:off x="6474725" y="3021330"/>
              <a:ext cx="935726" cy="446008"/>
            </a:xfrm>
            <a:custGeom>
              <a:avLst/>
              <a:gdLst>
                <a:gd name="connsiteX0" fmla="*/ 1182255 w 1182255"/>
                <a:gd name="connsiteY0" fmla="*/ 0 h 609600"/>
                <a:gd name="connsiteX1" fmla="*/ 0 w 1182255"/>
                <a:gd name="connsiteY1" fmla="*/ 9236 h 609600"/>
                <a:gd name="connsiteX2" fmla="*/ 424873 w 1182255"/>
                <a:gd name="connsiteY2" fmla="*/ 609600 h 609600"/>
                <a:gd name="connsiteX3" fmla="*/ 1145309 w 1182255"/>
                <a:gd name="connsiteY3" fmla="*/ 581891 h 609600"/>
                <a:gd name="connsiteX4" fmla="*/ 1182255 w 1182255"/>
                <a:gd name="connsiteY4" fmla="*/ 0 h 609600"/>
                <a:gd name="connsiteX0" fmla="*/ 1182255 w 1182255"/>
                <a:gd name="connsiteY0" fmla="*/ 0 h 609600"/>
                <a:gd name="connsiteX1" fmla="*/ 0 w 1182255"/>
                <a:gd name="connsiteY1" fmla="*/ 9236 h 609600"/>
                <a:gd name="connsiteX2" fmla="*/ 424873 w 1182255"/>
                <a:gd name="connsiteY2" fmla="*/ 609600 h 609600"/>
                <a:gd name="connsiteX3" fmla="*/ 1172741 w 1182255"/>
                <a:gd name="connsiteY3" fmla="*/ 595607 h 609600"/>
                <a:gd name="connsiteX4" fmla="*/ 1182255 w 1182255"/>
                <a:gd name="connsiteY4" fmla="*/ 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255" h="609600">
                  <a:moveTo>
                    <a:pt x="1182255" y="0"/>
                  </a:moveTo>
                  <a:lnTo>
                    <a:pt x="0" y="9236"/>
                  </a:lnTo>
                  <a:lnTo>
                    <a:pt x="424873" y="609600"/>
                  </a:lnTo>
                  <a:lnTo>
                    <a:pt x="1172741" y="595607"/>
                  </a:lnTo>
                  <a:lnTo>
                    <a:pt x="1182255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869B73-1C39-5C3D-4C6C-3BCE6177BD46}"/>
                </a:ext>
              </a:extLst>
            </p:cNvPr>
            <p:cNvSpPr txBox="1"/>
            <p:nvPr/>
          </p:nvSpPr>
          <p:spPr>
            <a:xfrm>
              <a:off x="6809003" y="3036927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EDS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AC287B7-F9AC-797F-D0F3-DEF574116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4356" y="3752850"/>
              <a:ext cx="726948" cy="47625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B46D78-4F98-DDBA-EAAF-DC2AA64C750A}"/>
                </a:ext>
              </a:extLst>
            </p:cNvPr>
            <p:cNvSpPr txBox="1"/>
            <p:nvPr/>
          </p:nvSpPr>
          <p:spPr>
            <a:xfrm rot="19682917">
              <a:off x="5193437" y="3788468"/>
              <a:ext cx="4862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path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A82371-A039-30A3-34C8-310DCEA6526D}"/>
                </a:ext>
              </a:extLst>
            </p:cNvPr>
            <p:cNvCxnSpPr>
              <a:cxnSpLocks/>
            </p:cNvCxnSpPr>
            <p:nvPr/>
          </p:nvCxnSpPr>
          <p:spPr>
            <a:xfrm>
              <a:off x="3640836" y="3435858"/>
              <a:ext cx="0" cy="3108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3206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Duscher, Gerd</dc:creator>
  <cp:lastModifiedBy>Duscher, Gerd</cp:lastModifiedBy>
  <cp:revision>2</cp:revision>
  <dcterms:created xsi:type="dcterms:W3CDTF">2025-08-22T11:19:07Z</dcterms:created>
  <dcterms:modified xsi:type="dcterms:W3CDTF">2025-08-22T12:04:14Z</dcterms:modified>
</cp:coreProperties>
</file>